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LG / Best Buy featured bundle: 83" LG G6 OLED evo AI + 2x LG M7 wireless speakers.
MATH CHECK
- TV $5,499.99 + M7 pair $399.99 (pay for 1) = $5,899.98
- + first-year My Best Buy Total $199.99 = $6,099.97 before tax
- $6,099.97 / 24 = $254.17/mo. financing illustration
- Savings: $1,000 off TV + $399.99 free M7 = $1,399.99
Confirm current cart pricing, free M7 eligibility, membership, financing eligibility and installation scope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eatured produ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Best Bu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822960" cy="49281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44752" y="384048"/>
            <a:ext cx="0" cy="457200"/>
          </a:xfrm>
          <a:prstGeom prst="line">
            <a:avLst/>
          </a:prstGeom>
          <a:noFill/>
          <a:ln w="12700">
            <a:solidFill>
              <a:srgbClr val="4A4A56"/>
            </a:solidFill>
            <a:prstDash val="solid"/>
          </a:ln>
        </p:spPr>
      </p:sp>
      <p:pic>
        <p:nvPicPr>
          <p:cNvPr id="5" name="Image 2" descr="LG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" y="429768"/>
            <a:ext cx="859536" cy="40954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2788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FEATURED BUNDLE</a:t>
            </a:r>
            <a:endParaRPr lang="en-US" sz="1100" dirty="0"/>
          </a:p>
        </p:txBody>
      </p:sp>
      <p:sp>
        <p:nvSpPr>
          <p:cNvPr id="7" name="Text 2"/>
          <p:cNvSpPr txBox="1"/>
          <p:nvPr/>
        </p:nvSpPr>
        <p:spPr>
          <a:xfrm>
            <a:off x="2788920" y="50292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HOME THEATER BUNDLE</a:t>
            </a:r>
            <a:endParaRPr lang="en-US" sz="3200" dirty="0"/>
          </a:p>
        </p:txBody>
      </p:sp>
      <p:sp>
        <p:nvSpPr>
          <p:cNvPr id="8" name="Text 3"/>
          <p:cNvSpPr txBox="1"/>
          <p:nvPr/>
        </p:nvSpPr>
        <p:spPr>
          <a:xfrm>
            <a:off x="2788920" y="9784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83-inch G6 OLED + two M7 wireless speakers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6144768" y="1572768"/>
            <a:ext cx="1810512" cy="585216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  <a:effectLst>
            <a:outerShdw sx="100000" sy="100000" kx="0" ky="0" algn="bl" rotWithShape="0" blurRad="1270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M7 is FREE</a:t>
            </a:r>
            <a:endParaRPr lang="en-US" sz="17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83" G6 purchase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57200" y="4352544"/>
            <a:ext cx="4206240" cy="1847088"/>
          </a:xfrm>
          <a:prstGeom prst="roundRect">
            <a:avLst>
              <a:gd name="adj" fmla="val 5941"/>
            </a:avLst>
          </a:prstGeom>
          <a:solidFill>
            <a:srgbClr val="16161F">
              <a:alpha val="92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45079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 TV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70001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83" LG G6 OLED evo AI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5065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Smart TV with Gallery Design + Flush Wall Mount (2026)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486400"/>
            <a:ext cx="19426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$5,499.99</a:t>
            </a:r>
            <a:endParaRPr lang="en-US" sz="3600" dirty="0"/>
          </a:p>
        </p:txBody>
      </p:sp>
      <p:sp>
        <p:nvSpPr>
          <p:cNvPr id="15" name="Text 10"/>
          <p:cNvSpPr/>
          <p:nvPr/>
        </p:nvSpPr>
        <p:spPr>
          <a:xfrm>
            <a:off x="2683307" y="5541264"/>
            <a:ext cx="1129284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$1,000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2683307" y="5824728"/>
            <a:ext cx="17515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value $6,499.99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4352544"/>
            <a:ext cx="3108960" cy="1847088"/>
          </a:xfrm>
          <a:prstGeom prst="roundRect">
            <a:avLst>
              <a:gd name="adj" fmla="val 5941"/>
            </a:avLst>
          </a:prstGeom>
          <a:solidFill>
            <a:srgbClr val="16161F">
              <a:alpha val="92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120640" y="45079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SPEAKER DEAL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120640" y="47000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LG M7 speakers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50657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+ Dolby Atmos wireless spatial speakers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5120640" y="5486400"/>
            <a:ext cx="15965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$399.99</a:t>
            </a:r>
            <a:endParaRPr lang="en-US" sz="3600" dirty="0"/>
          </a:p>
        </p:txBody>
      </p:sp>
      <p:sp>
        <p:nvSpPr>
          <p:cNvPr id="22" name="Text 17"/>
          <p:cNvSpPr/>
          <p:nvPr/>
        </p:nvSpPr>
        <p:spPr>
          <a:xfrm>
            <a:off x="6772046" y="5541264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1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6772046" y="5824728"/>
            <a:ext cx="1000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speakers total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94860" y="5093208"/>
            <a:ext cx="365760" cy="365760"/>
          </a:xfrm>
          <a:prstGeom prst="ellipse">
            <a:avLst/>
          </a:prstGeom>
          <a:solidFill>
            <a:srgbClr val="07070B"/>
          </a:solidFill>
          <a:ln w="12700">
            <a:solidFill>
              <a:srgbClr val="5A5A6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275320" y="365760"/>
            <a:ext cx="3459175" cy="5833872"/>
          </a:xfrm>
          <a:prstGeom prst="roundRect">
            <a:avLst>
              <a:gd name="adj" fmla="val 4229"/>
            </a:avLst>
          </a:prstGeom>
          <a:solidFill>
            <a:srgbClr val="16161F">
              <a:alpha val="96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955280" y="5093208"/>
            <a:ext cx="365760" cy="365760"/>
          </a:xfrm>
          <a:prstGeom prst="ellipse">
            <a:avLst/>
          </a:prstGeom>
          <a:solidFill>
            <a:srgbClr val="07070B"/>
          </a:solidFill>
          <a:ln w="12700">
            <a:solidFill>
              <a:srgbClr val="5A5A6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549640" y="640080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+ MY BEST BUY TOTAL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8549640" y="896112"/>
            <a:ext cx="29105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$6,099.97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8549640" y="1682496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tax. Includes first year.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8549640" y="2066544"/>
            <a:ext cx="2910535" cy="0"/>
          </a:xfrm>
          <a:prstGeom prst="line">
            <a:avLst/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49640" y="2212848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+ 2 M7 speakers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180015" y="22128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$5,899.98</a:t>
            </a:r>
            <a:endParaRPr lang="en-US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8549640" y="2542032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membership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0180015" y="25420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</a:t>
            </a:r>
            <a:endParaRPr 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2871216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$199.99/year. Auto-renews until canceled.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458200" y="3447288"/>
            <a:ext cx="3093415" cy="786384"/>
          </a:xfrm>
          <a:prstGeom prst="roundRect">
            <a:avLst>
              <a:gd name="adj" fmla="val 11628"/>
            </a:avLst>
          </a:prstGeom>
          <a:solidFill>
            <a:srgbClr val="FFE000">
              <a:alpha val="12000"/>
            </a:srgbClr>
          </a:solidFill>
          <a:ln w="9525">
            <a:solidFill>
              <a:srgbClr val="FFE000">
                <a:alpha val="45000"/>
              </a:srgbClr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622792" y="3520440"/>
            <a:ext cx="27642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E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$1,399.99</a:t>
            </a:r>
            <a:pPr indent="0" marL="0">
              <a:buNone/>
            </a:pPr>
            <a:r>
              <a:rPr lang="en-US" sz="1300" b="1" dirty="0">
                <a:solidFill>
                  <a:srgbClr val="FFE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combined savings</a:t>
            </a:r>
            <a:endParaRPr lang="en-US" sz="2600" dirty="0"/>
          </a:p>
        </p:txBody>
      </p:sp>
      <p:sp>
        <p:nvSpPr>
          <p:cNvPr id="38" name="Text 33"/>
          <p:cNvSpPr txBox="1"/>
          <p:nvPr/>
        </p:nvSpPr>
        <p:spPr>
          <a:xfrm>
            <a:off x="8622792" y="3922776"/>
            <a:ext cx="27642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 TV + free M7 value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8549640" y="4590288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24-MONTH FINANCING ESTIMATE*</a:t>
            </a:r>
            <a:endParaRPr lang="en-US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8549640" y="4809744"/>
            <a:ext cx="2910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$254.17</a:t>
            </a:r>
            <a:pPr indent="0" marL="0">
              <a:buNone/>
            </a:pPr>
            <a:r>
              <a:rPr lang="en-US" sz="18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/mo.*</a:t>
            </a:r>
            <a:endParaRPr lang="en-US" sz="4400" dirty="0"/>
          </a:p>
        </p:txBody>
      </p:sp>
      <p:sp>
        <p:nvSpPr>
          <p:cNvPr id="41" name="Text 36"/>
          <p:cNvSpPr txBox="1"/>
          <p:nvPr/>
        </p:nvSpPr>
        <p:spPr>
          <a:xfrm>
            <a:off x="8549640" y="5468112"/>
            <a:ext cx="2910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full $6,099.97 purchase qualifies.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My Best Buy® Credit Card.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457200" y="630936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and offers subject to change. Confirm current cart pricing, free M7 promotional eligibility, membership, financing eligibility and installation eligibility before presenting.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*Illustration: $6,099.97 ÷ 24 ≈ $254.17. Full-purchase eligibility and credit approval required. No interest if paid in full within 24 months.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interest is charged from the purchase date. Minimum monthly payments required. †Confirm 83" G6 eligibility, installation scope and current offer dates.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LG HOME THEATER BUNDLE</dc:title>
  <dc:subject>PptxGenJS Presentation</dc:subject>
  <dc:creator>PptxGenJS</dc:creator>
  <cp:lastModifiedBy>PptxGenJS</cp:lastModifiedBy>
  <cp:revision>1</cp:revision>
  <dcterms:created xsi:type="dcterms:W3CDTF">2026-09-29T15:58:36Z</dcterms:created>
  <dcterms:modified xsi:type="dcterms:W3CDTF">2026-09-29T15:58:36Z</dcterms:modified>
</cp:coreProperties>
</file>